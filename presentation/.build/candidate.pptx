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025a886194478" /><Relationship Type="http://schemas.openxmlformats.org/officeDocument/2006/relationships/extended-properties" Target="/docProps/app.xml" Id="R4d1ad5e93c2145c5" /><Relationship Type="http://schemas.openxmlformats.org/officeDocument/2006/relationships/officeDocument" Target="/ppt/presentation.xml" Id="R43b162f2746646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a270cedf34d5d"/>
  </p:sldMasterIdLst>
  <p:notesMasterIdLst>
    <p:notesMasterId xmlns:r="http://schemas.openxmlformats.org/officeDocument/2006/relationships" r:id="R23241e0fbba64b44"/>
  </p:notesMasterIdLst>
  <p:sldIdLst>
    <p:sldId xmlns:r="http://schemas.openxmlformats.org/officeDocument/2006/relationships" id="256" r:id="R6fc5508438d94736"/>
    <p:sldId xmlns:r="http://schemas.openxmlformats.org/officeDocument/2006/relationships" id="257" r:id="R794cba35b20949f1"/>
    <p:sldId xmlns:r="http://schemas.openxmlformats.org/officeDocument/2006/relationships" id="258" r:id="Rc0bd98824ed84f08"/>
    <p:sldId xmlns:r="http://schemas.openxmlformats.org/officeDocument/2006/relationships" id="259" r:id="R61aeca621b234590"/>
    <p:sldId xmlns:r="http://schemas.openxmlformats.org/officeDocument/2006/relationships" id="260" r:id="R192f62601ccf47f5"/>
    <p:sldId xmlns:r="http://schemas.openxmlformats.org/officeDocument/2006/relationships" id="261" r:id="R246144572b5c4f7c"/>
    <p:sldId xmlns:r="http://schemas.openxmlformats.org/officeDocument/2006/relationships" id="262" r:id="Rd29eede7d7704c49"/>
    <p:sldId xmlns:r="http://schemas.openxmlformats.org/officeDocument/2006/relationships" id="263" r:id="Rda9549e5bb9648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687ec72ca4942" /><Relationship Type="http://schemas.openxmlformats.org/officeDocument/2006/relationships/slideMaster" Target="/ppt/slideMasters/slideMaster1.xml" Id="R9a8a270cedf34d5d" /><Relationship Type="http://schemas.openxmlformats.org/officeDocument/2006/relationships/notesMaster" Target="/ppt/notesMasters/notesMaster1.xml" Id="R23241e0fbba64b44" /><Relationship Type="http://schemas.openxmlformats.org/officeDocument/2006/relationships/presProps" Target="/ppt/presProps.xml" Id="R4606c13a612348f3" /><Relationship Type="http://schemas.openxmlformats.org/officeDocument/2006/relationships/tableStyles" Target="/ppt/tableStyles.xml" Id="R5540cda039184c9d" /><Relationship Type="http://schemas.openxmlformats.org/officeDocument/2006/relationships/slide" Target="/ppt/slides/slide1.xml" Id="R6fc5508438d94736" /><Relationship Type="http://schemas.openxmlformats.org/officeDocument/2006/relationships/slide" Target="/ppt/slides/slide2.xml" Id="R794cba35b20949f1" /><Relationship Type="http://schemas.openxmlformats.org/officeDocument/2006/relationships/slide" Target="/ppt/slides/slide3.xml" Id="Rc0bd98824ed84f08" /><Relationship Type="http://schemas.openxmlformats.org/officeDocument/2006/relationships/slide" Target="/ppt/slides/slide4.xml" Id="R61aeca621b234590" /><Relationship Type="http://schemas.openxmlformats.org/officeDocument/2006/relationships/slide" Target="/ppt/slides/slide5.xml" Id="R192f62601ccf47f5" /><Relationship Type="http://schemas.openxmlformats.org/officeDocument/2006/relationships/slide" Target="/ppt/slides/slide6.xml" Id="R246144572b5c4f7c" /><Relationship Type="http://schemas.openxmlformats.org/officeDocument/2006/relationships/slide" Target="/ppt/slides/slide7.xml" Id="Rd29eede7d7704c49" /><Relationship Type="http://schemas.openxmlformats.org/officeDocument/2006/relationships/slide" Target="/ppt/slides/slide8.xml" Id="Rda9549e5bb96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0dae9988744d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a5257b03e4f12" /><Relationship Type="http://schemas.openxmlformats.org/officeDocument/2006/relationships/notesMaster" Target="/ppt/notesMasters/notesMaster1.xml" Id="R93f172338c56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11a1e0b6d49e4" /><Relationship Type="http://schemas.openxmlformats.org/officeDocument/2006/relationships/notesMaster" Target="/ppt/notesMasters/notesMaster1.xml" Id="R52e9ad910a1648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df222b10dc4999" /><Relationship Type="http://schemas.openxmlformats.org/officeDocument/2006/relationships/notesMaster" Target="/ppt/notesMasters/notesMaster1.xml" Id="R838c0ba906fe4b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355ad77904ca5" /><Relationship Type="http://schemas.openxmlformats.org/officeDocument/2006/relationships/notesMaster" Target="/ppt/notesMasters/notesMaster1.xml" Id="R1e5c2a71eb58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5e4ee048154297" /><Relationship Type="http://schemas.openxmlformats.org/officeDocument/2006/relationships/notesMaster" Target="/ppt/notesMasters/notesMaster1.xml" Id="Rf30286bf9cb3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951a91e17d485b" /><Relationship Type="http://schemas.openxmlformats.org/officeDocument/2006/relationships/notesMaster" Target="/ppt/notesMasters/notesMaster1.xml" Id="R344dca74bb0a47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e7a3a27454ab5" /><Relationship Type="http://schemas.openxmlformats.org/officeDocument/2006/relationships/notesMaster" Target="/ppt/notesMasters/notesMaster1.xml" Id="Rcf53360f5af940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78239d3f414c66" /><Relationship Type="http://schemas.openxmlformats.org/officeDocument/2006/relationships/notesMaster" Target="/ppt/notesMasters/notesMaster1.xml" Id="Ref1d6b6467c142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视频与演示约 120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这是我们的产品，Mind Box。物品放取的过程，自动记录；想找物品的时候，定位到所在抽屉。请看演示。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演示：取出物品、存入物品，同时交代提醒。随后展示语音查找与提醒。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产品定义：用户提供的演讲稿。</a:t>
            </a:r>
          </a:p>
          <a:p xmlns:a="http://schemas.openxmlformats.org/drawingml/2006/main">
            <a:r>
              <a:t>产品画面：项目 WebUI 原有 3D 柜体模型截图，非实物照片。</a:t>
            </a:r>
          </a:p>
          <a:p xmlns:a="http://schemas.openxmlformats.org/drawingml/2006/main">
            <a:r>
              <a:t>/Users/cao/MindBox/code/webui/cabinet.js</a:t>
            </a:r>
          </a:p>
          <a:p xmlns:a="http://schemas.openxmlformats.org/drawingml/2006/main">
            <a:r>
              <a:t>视觉参考：https://www.apple.com/apple-events/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00:00–00:12，约 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刚才大家看到的，就是 Mind Box。物品放入、取出，系统自动留下记录。需要的时候，可以问它物品在哪里，也可以直接交代一条提醒。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/Users/cao/MindBox/code/backend/app/automatic.py</a:t>
            </a:r>
          </a:p>
          <a:p xmlns:a="http://schemas.openxmlformats.org/drawingml/2006/main">
            <a:r>
              <a:t>/Users/cao/MindBox/code/backend/app/voice_api.py</a:t>
            </a:r>
          </a:p>
          <a:p xmlns:a="http://schemas.openxmlformats.org/drawingml/2006/main">
            <a:r>
              <a:t>/Users/cao/MindBox/code/backend/app/live_tasks.py</a:t>
            </a:r>
          </a:p>
          <a:p xmlns:a="http://schemas.openxmlformats.org/drawingml/2006/main">
            <a:r>
              <a:t>/Users/cao/MindBox/code/webui/README.md</a:t>
            </a:r>
          </a:p>
          <a:p xmlns:a="http://schemas.openxmlformats.org/drawingml/2006/main">
            <a:r>
              <a:t>截图为本地实际 WebUI，保留当时页面状态。代码已包含这些功能；文档仍将实柜音画联合验收列为待完成事项。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00:12–00:34，约 22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这个项目，来自我对未来万物互联生活的想象。过去，我们需要提前定义程序的规则；而今天，多模态 AI 让我们有机会理解更多没有逐一定义过的物品和场景。日常生活里的物品千差万别，我们希望，收纳也能跟上这样的变化。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“无需逐一定义”指不必为每个物品类别单独编写识别规则，不代表所有物品均已验证识别成功。</a:t>
            </a:r>
          </a:p>
          <a:p xmlns:a="http://schemas.openxmlformats.org/drawingml/2006/main">
            <a:r>
              <a:t>/Users/cao/MindBox/code/backend/app/prompts/causal-v1.txt</a:t>
            </a:r>
          </a:p>
          <a:p xmlns:a="http://schemas.openxmlformats.org/drawingml/2006/main">
            <a:r>
              <a:t>/Users/cao/MindBox/code/README.md</a:t>
            </a:r>
          </a:p>
          <a:p xmlns:a="http://schemas.openxmlformats.org/drawingml/2006/main">
            <a:r>
              <a:t>场景配图：Jess Bailey / Unsplash，Unsplash License。</a:t>
            </a:r>
          </a:p>
          <a:p xmlns:a="http://schemas.openxmlformats.org/drawingml/2006/main">
            <a:r>
              <a:t>https://unsplash.com/photos/desk-flat-lay-with-stationery-and-macaron-9byKncZaV0c</a:t>
            </a:r>
          </a:p>
          <a:p xmlns:a="http://schemas.openxmlformats.org/drawingml/2006/main">
            <a:r>
              <a:t>图片表达生活物品，并非本项目识别结果。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00:34–00:50，约 16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所以，我们也完成了带认证的 API。个人 Agent 获得授权后，就能读取物品、位置和取放记录。未来，像 Muse 这样的个人 Agent，也可以接进来，成为了解我们生活的管家。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/Users/cao/MindBox/code/backend/app/agent_server.py</a:t>
            </a:r>
          </a:p>
          <a:p xmlns:a="http://schemas.openxmlformats.org/drawingml/2006/main">
            <a:r>
              <a:t>/Users/cao/MindBox/code/backend/app/api_keys.py</a:t>
            </a:r>
          </a:p>
          <a:p xmlns:a="http://schemas.openxmlformats.org/drawingml/2006/main">
            <a:r>
              <a:t>/Users/cao/MindBox/code/backend/tests/test_agent_api.py</a:t>
            </a:r>
          </a:p>
          <a:p xmlns:a="http://schemas.openxmlformats.org/drawingml/2006/main">
            <a:r>
              <a:t>/Users/cao/MindBox/code/doc/agent-api-plan.md</a:t>
            </a:r>
          </a:p>
          <a:p xmlns:a="http://schemas.openxmlformats.org/drawingml/2006/main">
            <a:r>
              <a:t>现有实现为本机带认证的只读查询接口。Muse 是未来接入举例，项目材料未证明已完成 Muse 客户端验收。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00:50–01:04，约 14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Mind Box 想解决的，是一个很日常的矛盾：人的注意力有限，要管理的物品却越来越多。我们总会把注意力放在重要的事情上，而收纳，也不该持续占用这份宝贵的注意力。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价值主张：用户提供的演讲稿。不作为量化研究或统计结论。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01:04–01:17，约 13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如果你善于收纳，Mind Box 帮你更有条理，把精力留给重要的事。如果你不善收纳，那更欢迎你，因为它就是为我们这样的人打造的。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用户定位：用户提供的演讲稿。</a:t>
            </a:r>
          </a:p>
          <a:p xmlns:a="http://schemas.openxmlformats.org/drawingml/2006/main">
            <a:r>
              <a:t>项目柜体参考实拍：/Users/cao/MindBox/code/webui/public/models/reference-03-FL.webp</a:t>
            </a:r>
          </a:p>
          <a:p xmlns:a="http://schemas.openxmlformats.org/drawingml/2006/main">
            <a:r>
              <a:t>原图来源说明：/Users/cao/MindBox/code/webui/public/models/SOURCES.md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01:17–01:22，约 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让我们把繁杂的，交给 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用户提供的演讲稿。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 01:22–01:30，约 8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把情感、创造和生活，留给人类。Mind Box，谢谢大家。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</a:t>
            </a:r>
          </a:p>
          <a:p xmlns:a="http://schemas.openxmlformats.org/drawingml/2006/main">
            <a:r>
              <a:t>用户提供的演讲稿。</a:t>
            </a:r>
          </a:p>
          <a:p xmlns:a="http://schemas.openxmlformats.org/drawingml/2006/main">
            <a:r>
              <a:t>生活配图：Sebastian Monroy / Unsplash，Unsplash License。</a:t>
            </a:r>
          </a:p>
          <a:p xmlns:a="http://schemas.openxmlformats.org/drawingml/2006/main">
            <a:r>
              <a:t>https://unsplash.com/photos/hands-shaping-a-clay-pot-with-pottery-tools-OloJS1Eo0B4</a:t>
            </a:r>
          </a:p>
          <a:p xmlns:a="http://schemas.openxmlformats.org/drawingml/2006/main">
            <a:r>
              <a:t>图片表达人的创造活动，并非团队工作现场。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fd66da46a4c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3f702bdf142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885e7998649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b641dab6f40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0552d37014e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6d541409e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C09AA3-5EE2-47D7-BA62-B8273D5DC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718C4E-05B5-4C81-813E-59F7385038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0C0D20-8A5D-469B-A03D-D4402E53F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D86313-EC1D-44B2-9B71-10FD385D1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F57B02-99C5-4877-80B4-C92696EBF1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0DBA24-BB6F-47D4-AC14-390DE5289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A6C96-294C-4A62-966C-C6D9AB138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83C72D-426A-4BEC-824D-EAD1448D0F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B3E82C-B39A-4344-AAD1-756AC62E2F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2EA750-B518-4A3F-842F-9F7F2E8299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967e8def74dda" /><Relationship Type="http://schemas.openxmlformats.org/officeDocument/2006/relationships/slideLayout" Target="/ppt/slideLayouts/slideLayout1.xml" Id="R4dbce0a02acb4cba" /><Relationship Type="http://schemas.openxmlformats.org/officeDocument/2006/relationships/slideLayout" Target="/ppt/slideLayouts/slideLayout2.xml" Id="Rdccaa48ee4cb4086" /><Relationship Type="http://schemas.openxmlformats.org/officeDocument/2006/relationships/slideLayout" Target="/ppt/slideLayouts/slideLayout3.xml" Id="R54ea622d7e474a4d" /><Relationship Type="http://schemas.openxmlformats.org/officeDocument/2006/relationships/slideLayout" Target="/ppt/slideLayouts/slideLayout4.xml" Id="Rd04feb94182846d5" /><Relationship Type="http://schemas.openxmlformats.org/officeDocument/2006/relationships/slideLayout" Target="/ppt/slideLayouts/slideLayout5.xml" Id="R57562790dee6485a" /><Relationship Type="http://schemas.openxmlformats.org/officeDocument/2006/relationships/slideLayout" Target="/ppt/slideLayouts/slideLayout6.xml" Id="R37356a122137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ce0a02acb4cba"/>
    <p:sldLayoutId xmlns:r="http://schemas.openxmlformats.org/officeDocument/2006/relationships" id="2147483650" r:id="Rdccaa48ee4cb4086"/>
    <p:sldLayoutId xmlns:r="http://schemas.openxmlformats.org/officeDocument/2006/relationships" id="2147483651" r:id="R54ea622d7e474a4d"/>
    <p:sldLayoutId xmlns:r="http://schemas.openxmlformats.org/officeDocument/2006/relationships" id="2147483652" r:id="Rd04feb94182846d5"/>
    <p:sldLayoutId xmlns:r="http://schemas.openxmlformats.org/officeDocument/2006/relationships" id="2147483653" r:id="R57562790dee6485a"/>
    <p:sldLayoutId xmlns:r="http://schemas.openxmlformats.org/officeDocument/2006/relationships" id="2147483654" r:id="R37356a122137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2159be39b4dc8" /><Relationship Type="http://schemas.openxmlformats.org/officeDocument/2006/relationships/image" Target="/ppt/media/image.png" Id="Rabd6420c3fc24dbc" /><Relationship Type="http://schemas.openxmlformats.org/officeDocument/2006/relationships/notesSlide" Target="/ppt/notesSlides/notesSlide1.xml" Id="R70fc2648ab7b4e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b395440e84ebe" /><Relationship Type="http://schemas.openxmlformats.org/officeDocument/2006/relationships/image" Target="/ppt/media/image2.png" Id="R21ddbd9f5c3f4841" /><Relationship Type="http://schemas.openxmlformats.org/officeDocument/2006/relationships/notesSlide" Target="/ppt/notesSlides/notesSlide2.xml" Id="Rd4317f666d724f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a37ebdb154a64" /><Relationship Type="http://schemas.openxmlformats.org/officeDocument/2006/relationships/image" Target="/ppt/media/image.jpeg" Id="Rfab6f1d958024567" /><Relationship Type="http://schemas.openxmlformats.org/officeDocument/2006/relationships/notesSlide" Target="/ppt/notesSlides/notesSlide3.xml" Id="Ra584522a752d4a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070857c634b3d" /><Relationship Type="http://schemas.openxmlformats.org/officeDocument/2006/relationships/notesSlide" Target="/ppt/notesSlides/notesSlide4.xml" Id="Reef1add72300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dc056798445a7" /><Relationship Type="http://schemas.openxmlformats.org/officeDocument/2006/relationships/notesSlide" Target="/ppt/notesSlides/notesSlide5.xml" Id="Rbf6b2184fa9645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9e67c7ff14616" /><Relationship Type="http://schemas.openxmlformats.org/officeDocument/2006/relationships/image" Target="/ppt/media/image3.png" Id="Rda019fd07ead47bb" /><Relationship Type="http://schemas.openxmlformats.org/officeDocument/2006/relationships/notesSlide" Target="/ppt/notesSlides/notesSlide6.xml" Id="R40c61eb7b64e46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da53acc782419f" /><Relationship Type="http://schemas.openxmlformats.org/officeDocument/2006/relationships/notesSlide" Target="/ppt/notesSlides/notesSlide7.xml" Id="Rc0a6e556d46a44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3999c87b8d42e1" /><Relationship Type="http://schemas.openxmlformats.org/officeDocument/2006/relationships/image" Target="/ppt/media/image2.jpeg" Id="R9c356dbcb8fa45e8" /><Relationship Type="http://schemas.openxmlformats.org/officeDocument/2006/relationships/notesSlide" Target="/ppt/notesSlides/notesSlide8.xml" Id="Re52435109e5e4d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3B107-AB81-49A5-AA49-536800238B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6420c3fc24dbc"/>
          <a:stretch xmlns:a="http://schemas.openxmlformats.org/drawingml/2006/main"/>
        </p:blipFill>
        <p:spPr>
          <a:xfrm xmlns:a="http://schemas.openxmlformats.org/drawingml/2006/main">
            <a:off x="5467350" y="706838"/>
            <a:ext cx="6438900" cy="5711024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300F10B-AB7F-4D7B-9912-1959DF7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ategory">
            <a:extLst xmlns:a="http://schemas.openxmlformats.org/drawingml/2006/main">
              <a:ext uri="{FF2B5EF4-FFF2-40B4-BE49-F238E27FC236}">
                <a16:creationId xmlns:a16="http://schemas.microsoft.com/office/drawing/2014/main" id="{16E52630-AE9E-43BD-94F2-A18A2EA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物品无感智能收纳</a:t>
            </a:r>
          </a:p>
        </p:txBody>
      </p:sp>
    </p:spTree>
    <p:extLst>
      <p:ext uri="{BB962C8B-B14F-4D97-AF65-F5344CB8AC3E}">
        <p14:creationId xmlns:p14="http://schemas.microsoft.com/office/powerpoint/2010/main" val="19007487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member">
            <a:extLst xmlns:a="http://schemas.openxmlformats.org/drawingml/2006/main">
              <a:ext uri="{FF2B5EF4-FFF2-40B4-BE49-F238E27FC236}">
                <a16:creationId xmlns:a16="http://schemas.microsoft.com/office/drawing/2014/main" id="{6112D0DC-10ED-4FFB-B987-891E851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取放，全程记得</a:t>
            </a:r>
          </a:p>
        </p:txBody>
      </p:sp>
      <p:sp>
        <p:nvSpPr>
          <p:cNvPr id="2" name="find">
            <a:extLst xmlns:a="http://schemas.openxmlformats.org/drawingml/2006/main">
              <a:ext uri="{FF2B5EF4-FFF2-40B4-BE49-F238E27FC236}">
                <a16:creationId xmlns:a16="http://schemas.microsoft.com/office/drawing/2014/main" id="{4A402E2F-42A4-4B01-9385-2927B76A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想找，一问就知道</a:t>
            </a:r>
          </a:p>
        </p:txBody>
      </p:sp>
      <p:sp>
        <p:nvSpPr>
          <p:cNvPr id="3" name="feature-summary">
            <a:extLst xmlns:a="http://schemas.openxmlformats.org/drawingml/2006/main">
              <a:ext uri="{FF2B5EF4-FFF2-40B4-BE49-F238E27FC236}">
                <a16:creationId xmlns:a16="http://schemas.microsoft.com/office/drawing/2014/main" id="{1B6EF779-E5DB-4BBF-8836-7DCBA2C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自动记录取放</a:t>
            </a:r>
          </a:p>
        </p:txBody>
      </p:sp>
      <p:sp>
        <p:nvSpPr>
          <p:cNvPr id="4" name="voice-reminders">
            <a:extLst xmlns:a="http://schemas.openxmlformats.org/drawingml/2006/main">
              <a:ext uri="{FF2B5EF4-FFF2-40B4-BE49-F238E27FC236}">
                <a16:creationId xmlns:a16="http://schemas.microsoft.com/office/drawing/2014/main" id="{FDA79205-8DCB-4534-80C6-4C97FAFA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语音查找与定时提醒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C0507-BE41-4341-8040-B9BD4FA426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dbd9f5c3f4841"/>
          <a:stretch xmlns:a="http://schemas.openxmlformats.org/drawingml/2006/main"/>
        </p:blipFill>
        <p:spPr>
          <a:xfrm xmlns:a="http://schemas.openxmlformats.org/drawingml/2006/main">
            <a:off x="5629275" y="1337072"/>
            <a:ext cx="6115050" cy="38219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57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B58BD-A001-4F22-ADF3-EE2AAF8366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6f1d95802456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open-world-1">
            <a:extLst xmlns:a="http://schemas.openxmlformats.org/drawingml/2006/main">
              <a:ext uri="{FF2B5EF4-FFF2-40B4-BE49-F238E27FC236}">
                <a16:creationId xmlns:a16="http://schemas.microsoft.com/office/drawing/2014/main" id="{F21DF26B-0A39-4F47-AB98-373B677F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621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生活里的物品</a:t>
            </a:r>
          </a:p>
        </p:txBody>
      </p:sp>
      <p:sp>
        <p:nvSpPr>
          <p:cNvPr id="3" name="open-world-2">
            <a:extLst xmlns:a="http://schemas.openxmlformats.org/drawingml/2006/main">
              <a:ext uri="{FF2B5EF4-FFF2-40B4-BE49-F238E27FC236}">
                <a16:creationId xmlns:a16="http://schemas.microsoft.com/office/drawing/2014/main" id="{26F0260E-8587-46A2-BBBC-54519320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289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无需逐一定义</a:t>
            </a:r>
          </a:p>
        </p:txBody>
      </p:sp>
      <p:sp>
        <p:nvSpPr>
          <p:cNvPr id="4" name="multimodal">
            <a:extLst xmlns:a="http://schemas.openxmlformats.org/drawingml/2006/main">
              <a:ext uri="{FF2B5EF4-FFF2-40B4-BE49-F238E27FC236}">
                <a16:creationId xmlns:a16="http://schemas.microsoft.com/office/drawing/2014/main" id="{F6F95511-7575-429B-B4F9-3A51DF68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05275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5B616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5B61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5B6163"/>
                </a:solidFill>
                <a:latin typeface="Hiragino Sans GB"/>
                <a:ea typeface="Hiragino Sans GB"/>
                <a:cs typeface="Hiragino Sans GB"/>
              </a:rPr>
              <a:t>多模态 AI，理解日常物品</a:t>
            </a:r>
          </a:p>
        </p:txBody>
      </p:sp>
    </p:spTree>
    <p:extLst>
      <p:ext uri="{BB962C8B-B14F-4D97-AF65-F5344CB8AC3E}">
        <p14:creationId xmlns:p14="http://schemas.microsoft.com/office/powerpoint/2010/main" val="230610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gent-title">
            <a:extLst xmlns:a="http://schemas.openxmlformats.org/drawingml/2006/main">
              <a:ext uri="{FF2B5EF4-FFF2-40B4-BE49-F238E27FC236}">
                <a16:creationId xmlns:a16="http://schemas.microsoft.com/office/drawing/2014/main" id="{6E89D4EE-9806-4523-AE23-4BE621C4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67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让个人 Agent，接上你的生活</a:t>
            </a:r>
          </a:p>
        </p:txBody>
      </p:sp>
      <p:sp>
        <p:nvSpPr>
          <p:cNvPr id="2" name="mindbox-side">
            <a:extLst xmlns:a="http://schemas.openxmlformats.org/drawingml/2006/main">
              <a:ext uri="{FF2B5EF4-FFF2-40B4-BE49-F238E27FC236}">
                <a16:creationId xmlns:a16="http://schemas.microsoft.com/office/drawing/2014/main" id="{0261E5CC-4D26-4FD9-AD11-001C95CB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813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sp>
        <p:nvSpPr>
          <p:cNvPr id="3" name="connection-symbol">
            <a:extLst xmlns:a="http://schemas.openxmlformats.org/drawingml/2006/main">
              <a:ext uri="{FF2B5EF4-FFF2-40B4-BE49-F238E27FC236}">
                <a16:creationId xmlns:a16="http://schemas.microsoft.com/office/drawing/2014/main" id="{897E9B79-3A77-4344-A33D-DFE84E17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886075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0">
                <a:solidFill>
                  <a:srgbClr val="A1A1A1"/>
                </a:solidFill>
                <a:latin typeface="Helvetica Neue"/>
                <a:ea typeface="Helvetica Neue"/>
                <a:cs typeface="Helvetica Neue"/>
              </a:rPr>
              <a:t>×</a:t>
            </a:r>
          </a:p>
        </p:txBody>
      </p:sp>
      <p:sp>
        <p:nvSpPr>
          <p:cNvPr id="4" name="agent-side">
            <a:extLst xmlns:a="http://schemas.openxmlformats.org/drawingml/2006/main">
              <a:ext uri="{FF2B5EF4-FFF2-40B4-BE49-F238E27FC236}">
                <a16:creationId xmlns:a16="http://schemas.microsoft.com/office/drawing/2014/main" id="{621B1EC5-A6DC-455C-A9B4-1101C01C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860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个人 Agent</a:t>
            </a:r>
          </a:p>
        </p:txBody>
      </p:sp>
      <p:sp>
        <p:nvSpPr>
          <p:cNvPr id="5" name="mindbox-facts">
            <a:extLst xmlns:a="http://schemas.openxmlformats.org/drawingml/2006/main">
              <a:ext uri="{FF2B5EF4-FFF2-40B4-BE49-F238E27FC236}">
                <a16:creationId xmlns:a16="http://schemas.microsoft.com/office/drawing/2014/main" id="{772A90E8-125F-43B3-A0D3-D031C84E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00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物品、位置、取放记录</a:t>
            </a:r>
          </a:p>
        </p:txBody>
      </p:sp>
      <p:sp>
        <p:nvSpPr>
          <p:cNvPr id="6" name="agent-role">
            <a:extLst xmlns:a="http://schemas.openxmlformats.org/drawingml/2006/main">
              <a:ext uri="{FF2B5EF4-FFF2-40B4-BE49-F238E27FC236}">
                <a16:creationId xmlns:a16="http://schemas.microsoft.com/office/drawing/2014/main" id="{E0573E14-DB22-438E-B88A-7E3AE43A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00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你的生活管家</a:t>
            </a:r>
          </a:p>
        </p:txBody>
      </p:sp>
      <p:sp>
        <p:nvSpPr>
          <p:cNvPr id="7" name="authenticated-api">
            <a:extLst xmlns:a="http://schemas.openxmlformats.org/drawingml/2006/main">
              <a:ext uri="{FF2B5EF4-FFF2-40B4-BE49-F238E27FC236}">
                <a16:creationId xmlns:a16="http://schemas.microsoft.com/office/drawing/2014/main" id="{4B903C33-D42B-4E32-AD02-E4A70C02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rPr>
              <a:t>经认证的 API 接入</a:t>
            </a:r>
          </a:p>
        </p:txBody>
      </p:sp>
    </p:spTree>
    <p:extLst>
      <p:ext uri="{BB962C8B-B14F-4D97-AF65-F5344CB8AC3E}">
        <p14:creationId xmlns:p14="http://schemas.microsoft.com/office/powerpoint/2010/main" val="20643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any-items">
            <a:extLst xmlns:a="http://schemas.openxmlformats.org/drawingml/2006/main">
              <a:ext uri="{FF2B5EF4-FFF2-40B4-BE49-F238E27FC236}">
                <a16:creationId xmlns:a16="http://schemas.microsoft.com/office/drawing/2014/main" id="{5C52B142-66F8-45CA-8790-7604F5D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9A9A9A"/>
                </a:solidFill>
                <a:latin typeface="Hiragino Sans GB"/>
                <a:ea typeface="Hiragino Sans GB"/>
                <a:cs typeface="Hiragino Sans GB"/>
              </a:rPr>
              <a:t>物品越来越多</a:t>
            </a:r>
          </a:p>
        </p:txBody>
      </p:sp>
      <p:sp>
        <p:nvSpPr>
          <p:cNvPr id="2" name="limited-attention">
            <a:extLst xmlns:a="http://schemas.openxmlformats.org/drawingml/2006/main">
              <a:ext uri="{FF2B5EF4-FFF2-40B4-BE49-F238E27FC236}">
                <a16:creationId xmlns:a16="http://schemas.microsoft.com/office/drawing/2014/main" id="{1AC51C2B-344B-41AF-BC53-B2B5B828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注意力只有这么多</a:t>
            </a:r>
          </a:p>
        </p:txBody>
      </p:sp>
    </p:spTree>
    <p:extLst>
      <p:ext uri="{BB962C8B-B14F-4D97-AF65-F5344CB8AC3E}">
        <p14:creationId xmlns:p14="http://schemas.microsoft.com/office/powerpoint/2010/main" val="1264886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rganized-label">
            <a:extLst xmlns:a="http://schemas.openxmlformats.org/drawingml/2006/main">
              <a:ext uri="{FF2B5EF4-FFF2-40B4-BE49-F238E27FC236}">
                <a16:creationId xmlns:a16="http://schemas.microsoft.com/office/drawing/2014/main" id="{27DC75F0-5550-4691-B7AA-DD98844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0477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善于收纳</a:t>
            </a:r>
          </a:p>
        </p:txBody>
      </p:sp>
      <p:sp>
        <p:nvSpPr>
          <p:cNvPr id="2" name="organized-benefit">
            <a:extLst xmlns:a="http://schemas.openxmlformats.org/drawingml/2006/main">
              <a:ext uri="{FF2B5EF4-FFF2-40B4-BE49-F238E27FC236}">
                <a16:creationId xmlns:a16="http://schemas.microsoft.com/office/drawing/2014/main" id="{9F9CE8B0-CD4B-44A3-949D-44F2AE0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668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更有条理</a:t>
            </a:r>
          </a:p>
        </p:txBody>
      </p:sp>
      <p:sp>
        <p:nvSpPr>
          <p:cNvPr id="3" name="unorganized-label">
            <a:extLst xmlns:a="http://schemas.openxmlformats.org/drawingml/2006/main">
              <a:ext uri="{FF2B5EF4-FFF2-40B4-BE49-F238E27FC236}">
                <a16:creationId xmlns:a16="http://schemas.microsoft.com/office/drawing/2014/main" id="{5CA60D22-63E1-480E-82B5-6609DBC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1472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747474"/>
                </a:solidFill>
                <a:latin typeface="Hiragino Sans GB"/>
                <a:ea typeface="Hiragino Sans GB"/>
                <a:cs typeface="Hiragino Sans GB"/>
              </a:rPr>
              <a:t>不善收纳</a:t>
            </a:r>
          </a:p>
        </p:txBody>
      </p:sp>
      <p:sp>
        <p:nvSpPr>
          <p:cNvPr id="4" name="unorganized-benefit">
            <a:extLst xmlns:a="http://schemas.openxmlformats.org/drawingml/2006/main">
              <a:ext uri="{FF2B5EF4-FFF2-40B4-BE49-F238E27FC236}">
                <a16:creationId xmlns:a16="http://schemas.microsoft.com/office/drawing/2014/main" id="{00F94A41-C132-4FE2-A515-34D10251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def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150" b="1">
                <a:solidFill>
                  <a:srgbClr val="0071E3"/>
                </a:solidFill>
                <a:latin typeface="Hiragino Sans GB"/>
                <a:ea typeface="Hiragino Sans GB"/>
                <a:cs typeface="Hiragino Sans GB"/>
              </a:rPr>
              <a:t>也能找得到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8C124-D601-4FCB-AC4E-4841D0BE3B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19fd07ead47bb"/>
          <a:stretch xmlns:a="http://schemas.openxmlformats.org/drawingml/2006/main"/>
        </p:blipFill>
        <p:spPr>
          <a:xfrm xmlns:a="http://schemas.openxmlformats.org/drawingml/2006/main">
            <a:off x="8703404" y="1381125"/>
            <a:ext cx="2729043" cy="430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65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elegate-1">
            <a:extLst xmlns:a="http://schemas.openxmlformats.org/drawingml/2006/main">
              <a:ext uri="{FF2B5EF4-FFF2-40B4-BE49-F238E27FC236}">
                <a16:creationId xmlns:a16="http://schemas.microsoft.com/office/drawing/2014/main" id="{2E24F42B-B92F-4D9F-982C-42D680FE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把繁杂的</a:t>
            </a:r>
          </a:p>
        </p:txBody>
      </p:sp>
      <p:sp>
        <p:nvSpPr>
          <p:cNvPr id="2" name="delegate-2">
            <a:extLst xmlns:a="http://schemas.openxmlformats.org/drawingml/2006/main">
              <a:ext uri="{FF2B5EF4-FFF2-40B4-BE49-F238E27FC236}">
                <a16:creationId xmlns:a16="http://schemas.microsoft.com/office/drawing/2014/main" id="{70D1CD6E-264E-4C05-B45A-388D3B3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0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交给 AI</a:t>
            </a:r>
          </a:p>
        </p:txBody>
      </p:sp>
    </p:spTree>
    <p:extLst>
      <p:ext uri="{BB962C8B-B14F-4D97-AF65-F5344CB8AC3E}">
        <p14:creationId xmlns:p14="http://schemas.microsoft.com/office/powerpoint/2010/main" val="987376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uman-values">
            <a:extLst xmlns:a="http://schemas.openxmlformats.org/drawingml/2006/main">
              <a:ext uri="{FF2B5EF4-FFF2-40B4-BE49-F238E27FC236}">
                <a16:creationId xmlns:a16="http://schemas.microsoft.com/office/drawing/2014/main" id="{1C33991A-DBDC-4E4B-88FA-3B065EA6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75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把情感、创造和生活</a:t>
            </a:r>
          </a:p>
        </p:txBody>
      </p:sp>
      <p:sp>
        <p:nvSpPr>
          <p:cNvPr id="2" name="human-close">
            <a:extLst xmlns:a="http://schemas.openxmlformats.org/drawingml/2006/main">
              <a:ext uri="{FF2B5EF4-FFF2-40B4-BE49-F238E27FC236}">
                <a16:creationId xmlns:a16="http://schemas.microsoft.com/office/drawing/2014/main" id="{802D1C44-4E17-4D2C-A51C-186D97AE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def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550" b="1">
                <a:solidFill>
                  <a:srgbClr val="151515"/>
                </a:solidFill>
                <a:latin typeface="Hiragino Sans GB"/>
                <a:ea typeface="Hiragino Sans GB"/>
                <a:cs typeface="Hiragino Sans GB"/>
              </a:rPr>
              <a:t>留给人类</a:t>
            </a:r>
          </a:p>
        </p:txBody>
      </p:sp>
      <p:sp>
        <p:nvSpPr>
          <p:cNvPr id="3" name="brand-close">
            <a:extLst xmlns:a="http://schemas.openxmlformats.org/drawingml/2006/main">
              <a:ext uri="{FF2B5EF4-FFF2-40B4-BE49-F238E27FC236}">
                <a16:creationId xmlns:a16="http://schemas.microsoft.com/office/drawing/2014/main" id="{E3290846-2D55-43F9-B322-4203A68C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51515"/>
                </a:solidFill>
                <a:latin typeface="Helvetica Neue"/>
                <a:ea typeface="Helvetica Neue"/>
                <a:cs typeface="Helvetica Neue"/>
              </a:rPr>
              <a:t>Mind Box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EEC2B-B64A-4E42-AEA5-322E674F5E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56dbcb8fa45e8"/>
          <a:srcRect xmlns:a="http://schemas.openxmlformats.org/drawingml/2006/main" l="0" t="25000" r="0" b="2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429000"/>
            <a:ext cx="12192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39547"/>
      </p:ext>
    </p:extLst>
  </p:cSld>
</p:sld>
</file>

<file path=ppt/theme/theme1.xml><?xml version="1.0" encoding="utf-8"?>
<a:theme xmlns:a="http://schemas.openxmlformats.org/drawingml/2006/main" name="ChatGPT">
  <a:themeElements>
    <a:clrScheme name="Mind Box">
      <a:dk1>
        <a:srgbClr val="000000"/>
      </a:dk1>
      <a:lt1>
        <a:srgbClr val="FFFFFF"/>
      </a:lt1>
      <a:dk2>
        <a:srgbClr val="151515"/>
      </a:dk2>
      <a:lt2>
        <a:srgbClr val="F2F2F2"/>
      </a:lt2>
      <a:accent1>
        <a:srgbClr val="0071E3"/>
      </a:accent1>
      <a:accent2>
        <a:srgbClr val="467C65"/>
      </a:accent2>
      <a:accent3>
        <a:srgbClr val="B2403F"/>
      </a:accent3>
      <a:accent4>
        <a:srgbClr val="A67925"/>
      </a:accent4>
      <a:accent5>
        <a:srgbClr val="797979"/>
      </a:accent5>
      <a:accent6>
        <a:srgbClr val="3D676C"/>
      </a:accent6>
      <a:hlink>
        <a:srgbClr val="0071E3"/>
      </a:hlink>
      <a:folHlink>
        <a:srgbClr val="555555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Mind Box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2026-10-18T07:01:17.7240000Z</dcterms:created>
  <dcterms:modified xsi:type="dcterms:W3CDTF">2026-10-18T07:01:17.7240000Z</dcterms:modified>
</coreProperties>
</file>